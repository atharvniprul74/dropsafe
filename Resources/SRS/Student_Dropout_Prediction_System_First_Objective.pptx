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3F40E9-4F70-369D-4426-B58C92005AD9}"/>
              </a:ext>
            </a:extLst>
          </p:cNvPr>
          <p:cNvSpPr/>
          <p:nvPr/>
        </p:nvSpPr>
        <p:spPr>
          <a:xfrm>
            <a:off x="603722" y="908309"/>
            <a:ext cx="7936553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000" b="1" dirty="0">
                <a:solidFill>
                  <a:srgbClr val="003366"/>
                </a:solidFill>
              </a:rPr>
              <a:t>Student Dropout Prediction System Using ML.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CB3AF6-B366-BE42-ADF1-F791E28E38CF}"/>
              </a:ext>
            </a:extLst>
          </p:cNvPr>
          <p:cNvSpPr/>
          <p:nvPr/>
        </p:nvSpPr>
        <p:spPr>
          <a:xfrm>
            <a:off x="603723" y="2476381"/>
            <a:ext cx="79365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b="1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Combining LangChain, Google Gemini, machine learning, Flask, and React.js to detect at‑risk engineering students early and connect them with faculty mentors via an AI-driven WhatsApp chatbot and real‑time mentor portals. This project targets early intervention by analysing academic and behavioural signals to reduce first‑year dropout (≈14.8% reported).</a:t>
            </a:r>
            <a:endParaRPr lang="en-US" sz="1550" b="1" dirty="0"/>
          </a:p>
        </p:txBody>
      </p:sp>
    </p:spTree>
    <p:extLst>
      <p:ext uri="{BB962C8B-B14F-4D97-AF65-F5344CB8AC3E}">
        <p14:creationId xmlns:p14="http://schemas.microsoft.com/office/powerpoint/2010/main" val="293692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000" b="1">
                <a:solidFill>
                  <a:srgbClr val="003366"/>
                </a:solidFill>
              </a:defRPr>
            </a:lvl1pPr>
          </a:lstStyle>
          <a:p>
            <a:r>
              <a:rPr dirty="0"/>
              <a:t>Objective 1 - Problem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Objective: Achieve ≥80% accuracy using Random Forest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Academic Features: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• Current Score, Credits Earned, Semester, Age, Attendance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• Department, Admission Type, Family Income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Behavioural Signals: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• Sentiment Analysis from student messages (VADER)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• Stress keyword detection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• Engagement patterns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Status: COMPLETED 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Objective 1 - 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Dataset: 1071 student records with 25 features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Dropout Label Creation: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• Current score &lt; 40, OR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• Credits earned &lt; 60% of total credits, OR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• Semester &gt;= 4 AND Current score &lt; 50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Train-Test Split: 80% (857) - 20% (214)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Random Forest Classifier: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• 100 decision trees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• Unlimited depth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• Random state: 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Objective 1 - 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Achievement: 94% Accuracy ✓ (Exceeds ≥80%)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Non-Dropout Students (Class 0):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• Precision: 0.90 | Recall: 0.95 | F1: 0.93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Dropout Students (Class 1):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• Precision: 0.97 | Recall: 0.93 | F1: 0.95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Overall: 200 out of 214 predictions correct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✓ High precision = Very few false alarms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✓ High recall = Catches most at-risk students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Top Features &amp; Sentiment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Feature Importance (Top 5):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1. Current Score: 36.1% (Most Important)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2. Credits Earned: 25.8%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3. Semester: 18.4%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4. Age: 9.5%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5. Family Income: 6.2%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Sentiment Analysis Results: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• Analyzed 20 student messages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• High Stress Students: 8/20 (40%)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• Low Stress Students: 12/20 (60%)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• Stress Keywords: stress, pressure, exhausted, worried, drop 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Sample Predictions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Sample Predictions: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dirty="0"/>
              <a:t>• Student 1: Score 92.64 → Risk 0.04 → LOW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dirty="0"/>
              <a:t>• Student 2: Score 62.16 → Risk 0.63 → MEDIUM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dirty="0"/>
              <a:t>• Student 5: Score 41.40 → Risk 0.87 → HIGH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Objective 1 - Completion Summary: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✓ 94% Model Accuracy (Exceeds 80% target)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✓ 97% Precision - Very reliable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✓ 93% Recall - Catches most at-risk students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✓ Combined Academic + Behavioral Signals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Next Phase: Objective 2 - </a:t>
            </a:r>
            <a:r>
              <a:rPr dirty="0" err="1"/>
              <a:t>LangChain</a:t>
            </a:r>
            <a:r>
              <a:rPr dirty="0"/>
              <a:t> + Gemini </a:t>
            </a:r>
            <a:r>
              <a:rPr lang="en-US" dirty="0" err="1"/>
              <a:t>Whatsapp</a:t>
            </a:r>
            <a:r>
              <a:rPr lang="en-US" dirty="0"/>
              <a:t> </a:t>
            </a:r>
            <a:r>
              <a:rPr dirty="0"/>
              <a:t>Chatbot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463</Words>
  <Application>Microsoft Office PowerPoint</Application>
  <PresentationFormat>On-screen Show (4:3)</PresentationFormat>
  <Paragraphs>73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Instrument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Atharv Niprul</cp:lastModifiedBy>
  <cp:revision>2</cp:revision>
  <dcterms:created xsi:type="dcterms:W3CDTF">2013-01-27T09:14:16Z</dcterms:created>
  <dcterms:modified xsi:type="dcterms:W3CDTF">2026-04-18T09:12:44Z</dcterms:modified>
  <cp:category/>
</cp:coreProperties>
</file>